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"/>
      <p:regular r:id="rId12"/>
      <p:bold r:id="rId13"/>
      <p:italic r:id="rId14"/>
      <p:boldItalic r:id="rId15"/>
    </p:embeddedFont>
    <p:embeddedFont>
      <p:font typeface="Plus Jakarta Sans SemiBold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6.xml"/><Relationship Id="rId22" Type="http://schemas.openxmlformats.org/officeDocument/2006/relationships/font" Target="fonts/Urbanist-italic.fntdata"/><Relationship Id="rId10" Type="http://schemas.openxmlformats.org/officeDocument/2006/relationships/slide" Target="slides/slide5.xml"/><Relationship Id="rId21" Type="http://schemas.openxmlformats.org/officeDocument/2006/relationships/font" Target="fonts/Urbanist-bold.fntdata"/><Relationship Id="rId13" Type="http://schemas.openxmlformats.org/officeDocument/2006/relationships/font" Target="fonts/PlusJakartaSans-bold.fntdata"/><Relationship Id="rId12" Type="http://schemas.openxmlformats.org/officeDocument/2006/relationships/font" Target="fonts/PlusJakartaSans-regular.fntdata"/><Relationship Id="rId23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Italic.fntdata"/><Relationship Id="rId14" Type="http://schemas.openxmlformats.org/officeDocument/2006/relationships/font" Target="fonts/PlusJakartaSans-italic.fntdata"/><Relationship Id="rId17" Type="http://schemas.openxmlformats.org/officeDocument/2006/relationships/font" Target="fonts/PlusJakartaSansSemiBold-bold.fntdata"/><Relationship Id="rId16" Type="http://schemas.openxmlformats.org/officeDocument/2006/relationships/font" Target="fonts/PlusJakartaSans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02285"/>
            <a:ext cx="110299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1922115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Smartly</a:t>
            </a:r>
            <a:r>
              <a:rPr b="1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Sort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065115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Интелигентно управление на инвентар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673101" y="4392810"/>
            <a:ext cx="182612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АВТОР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673101" y="4640460"/>
            <a:ext cx="18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Александър </a:t>
            </a:r>
            <a:r>
              <a:rPr b="0" i="0" lang="en-US" sz="1800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Георгиев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261223" y="4392810"/>
            <a:ext cx="7262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КЛАС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261223" y="4640460"/>
            <a:ext cx="72628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11 клас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749504" y="4392810"/>
            <a:ext cx="27692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РЪКОВОДИТЕЛ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749504" y="4640460"/>
            <a:ext cx="276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Даниела Стаматова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81025" y="191452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ПОСТАВЕНО ЗАДАНИЕ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05276" y="2409825"/>
            <a:ext cx="11581447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Система за управление на инвентар и складова наличност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524500" y="4162425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286000" y="4524375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Разработка на модерно уеб приложение, което обединява бизнес логика на Java и реактивен интерфейс с Next.js.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33537"/>
            <a:ext cx="527685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633537"/>
            <a:ext cx="527685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67162"/>
            <a:ext cx="527685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8450" y="2790825"/>
            <a:ext cx="46482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532245" y="3743325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Ред и прозрачност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648450" y="4152900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Всеки склад, доставчик и движение на стока са на един клик разстояние.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95350" y="1947862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01 Дигитализация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95350" y="2357437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Премахване на хартиените таблици и въвеждане на централизирано облачно решение за проследяване на стоки.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95350" y="4281487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02 Ефективност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95350" y="4691062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Автоматизирано изчисляване на наличности и мониторинг на ниски нива на запасите в реално време.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9625" y="581025"/>
            <a:ext cx="1134141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Идеята за проекта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81025" y="449580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Пълна интеграция между стабилен бекенд и модерен фронтенд, разработени в професионална среда.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7049" y="2981325"/>
            <a:ext cx="421481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9716" y="3733800"/>
            <a:ext cx="167614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Java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71527" y="2981325"/>
            <a:ext cx="1360586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3013747" y="3733800"/>
            <a:ext cx="167614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Next.js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28382" y="2981325"/>
            <a:ext cx="935087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257773" y="3733800"/>
            <a:ext cx="167630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Tailwind CSS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54280" y="29813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501956" y="3733800"/>
            <a:ext cx="167614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GitHub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98310" y="29813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9745983" y="3733800"/>
            <a:ext cx="167630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IntelliJ IDEA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9625" y="581025"/>
            <a:ext cx="1134141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Използвани технологии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762375"/>
            <a:ext cx="52768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914400" y="2690812"/>
            <a:ext cx="4943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Интуитивно табло: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Визуални анализи за категории и движения на стоки.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62025" y="3529012"/>
            <a:ext cx="489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Управление на наличности: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Проследяване на продукти, складове и ниски нива.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62025" y="4367212"/>
            <a:ext cx="489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Логистика: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Пълно администриране на доставчици и входящи/изходящи пратки.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733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57187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410075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09625" y="581025"/>
            <a:ext cx="11341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Функционалност и дизайн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81025" y="581025"/>
            <a:ext cx="57300" cy="50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7" title="Screenshot 2026-07-03 04101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21875" y="2080075"/>
            <a:ext cx="6285401" cy="3183626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6300" y="4388048"/>
            <a:ext cx="28194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0" y="1403002"/>
            <a:ext cx="571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305276" y="2450752"/>
            <a:ext cx="1158144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Време е за демонстрация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81025" y="3412777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Да продължим към приложението и да видим как работи на живо.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876800" y="4769048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Main Warehouse Overview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